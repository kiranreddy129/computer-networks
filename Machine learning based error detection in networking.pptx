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9A708-78D4-F76D-1579-23D4905633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B3EE1C-F9E1-EEB5-3C2F-7C03FFAAB4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28DD7-F561-E209-7A9D-61BF86C9B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4BC03-D8FA-4EFC-92C2-17035DF7ED12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8A07D-5A54-687B-2ED3-CBF5A7681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8348E-A8EB-8BC5-636B-14913F37E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E7012-B4D2-4BDB-8E0C-8E26B48852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200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07B57-2FF4-0C7F-5165-167AAD732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20241-18D1-874F-7430-B85B29943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F6E65-8BAB-D7EB-A40D-6651120C7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4BC03-D8FA-4EFC-92C2-17035DF7ED12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AF41B-4A50-2997-8D78-8E6CAEDF8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4A411-EBAE-15B6-DF3C-55E56DD0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E7012-B4D2-4BDB-8E0C-8E26B48852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030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5BD13-9DE7-6F95-0439-F23D9C7B9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3FC91-B94C-BCC4-EE52-13FAAD684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B08D1-6001-C49E-C487-8A75BCB90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4BC03-D8FA-4EFC-92C2-17035DF7ED12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18824-1AC4-7183-5668-2CF82CC93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1E2B3-BE51-D30E-DFD7-CCBEB2E59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E7012-B4D2-4BDB-8E0C-8E26B48852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978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C362E-2BA4-75A0-6CA0-6F53D640C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27A33-490C-4C4A-9243-49DC4E619D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CB3C4D-D570-4C8A-E6B9-BD16B5F25C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E6D6C2-46C5-08CF-C0FC-3086A5356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4BC03-D8FA-4EFC-92C2-17035DF7ED12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899E1E-7381-AB35-5CE3-559790C03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54A43-4B62-2058-FF79-2B933BB9E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E7012-B4D2-4BDB-8E0C-8E26B48852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891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ABA17-6213-AC17-40F8-F57AC1126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B8F9B-DD00-EB26-81D4-972261467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F1AA5F-FAB5-EF3E-DB63-458E3BAF8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46BF76-C6A4-59A6-5C3D-F5A9EF0C36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CA34D7-55C9-FBBF-9EC5-51EAFBBF5A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1B9BAA-03C0-1980-8ABA-778E8380D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4BC03-D8FA-4EFC-92C2-17035DF7ED12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A0FBC2-CAB3-5CB1-E3D9-B5EB058F8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131428-9186-590F-CE5D-5E8D797D2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E7012-B4D2-4BDB-8E0C-8E26B48852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097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98555-F4E3-59CA-53F2-736A9BBD1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5CB5D3-4982-7D7E-E001-36BB8223A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4BC03-D8FA-4EFC-92C2-17035DF7ED12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A5A601-8B50-D632-75AF-7AE1FD154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AC7CDA-CFFA-4B44-D9D1-4544E2375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E7012-B4D2-4BDB-8E0C-8E26B48852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484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B159FA-061A-CC0A-35C5-538D134E2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4BC03-D8FA-4EFC-92C2-17035DF7ED12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4DA56-5125-D2AC-ADEB-1D9B41C40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59F853-B4F7-5EBF-CE76-5560D4B34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E7012-B4D2-4BDB-8E0C-8E26B48852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8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91FF8-10DA-DE97-442D-D3720A07B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4FD80-0466-3340-B6C4-45D6A2946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80EFE2-A9ED-2547-5051-4694292125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225F6-79D2-5B48-2BED-7333B17D8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4BC03-D8FA-4EFC-92C2-17035DF7ED12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C34775-2021-92F1-AA84-AA0641E49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27A6A4-CAB0-87EF-80A9-641A045F8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E7012-B4D2-4BDB-8E0C-8E26B48852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500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8472F-4E1F-D12D-C4F8-EC2C60283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36F3CF-C909-8A6D-A314-7C491157EE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BE9B56-0F4C-B2C3-0253-8D8C3D855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B2398-A2B4-543D-ED9D-3B87DFC64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4BC03-D8FA-4EFC-92C2-17035DF7ED12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346B9A-D5FE-A511-BBD3-EDC7C15CA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51C83-D352-4D9F-C393-05B079669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E7012-B4D2-4BDB-8E0C-8E26B48852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189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880F2-966C-81D4-942F-128036419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F1D047-FD5B-56A7-EA7D-E2091ADCEA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50928-D99A-7D3D-666D-710FEF0AB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4BC03-D8FA-4EFC-92C2-17035DF7ED12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AFBC7-A0B8-630A-F0CE-CC0D02E58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B4FDA-1634-D7E1-E812-784590C4F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E7012-B4D2-4BDB-8E0C-8E26B48852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596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547A55-F980-812D-FEAB-1B78DAE72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E0BCFA-6A51-B5FC-DD99-1030BA4663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EF1A6-184B-4A10-E978-FA95B57A2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4BC03-D8FA-4EFC-92C2-17035DF7ED12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8B84D-0DCB-D33C-A0A9-AA67840F9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06E42-BAC4-2FFE-C753-39D098413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E7012-B4D2-4BDB-8E0C-8E26B48852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442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E79F6C-BC6B-9625-A16E-51445C7E6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42A7F8-E35B-A306-76B1-25EDD7818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3FA42-B927-FA10-75D3-D0EFCAFAA8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F4BC03-D8FA-4EFC-92C2-17035DF7ED12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B9E49-D3A8-F264-EBA6-79AEE0792C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9610D-AD99-2543-D343-A12B360A9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CE7012-B4D2-4BDB-8E0C-8E26B48852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86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53D27-A3F8-03E6-0157-514BF45745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based error detection in networking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D8DCAF-14AB-26E7-36C8-7654DD9ED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99248" y="3867214"/>
            <a:ext cx="3398520" cy="1655762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Pullareddigari.KIRAN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(192525201)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AF7AD2-D1B1-402E-A1B7-B27850B322B1}"/>
              </a:ext>
            </a:extLst>
          </p:cNvPr>
          <p:cNvSpPr txBox="1"/>
          <p:nvPr/>
        </p:nvSpPr>
        <p:spPr>
          <a:xfrm>
            <a:off x="1170432" y="4048764"/>
            <a:ext cx="2441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Dr.Jesu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Jayarin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4EB789-BD2A-5121-1D2B-BAD8FB585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33" y="137910"/>
            <a:ext cx="11980333" cy="13609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05435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54923-35DA-FBAA-7603-04BE1D551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48" y="1169797"/>
            <a:ext cx="10515600" cy="1325563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/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9486C-749E-9AE7-68B6-1936A5476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" y="2130551"/>
            <a:ext cx="10515600" cy="3168587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Networking is essential for communication between devices.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Errors such as packet loss, congestion, and link failures affect performance.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are limited in handling complex network issues.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helps detect errors automatically and efficiently.</a:t>
            </a:r>
          </a:p>
        </p:txBody>
      </p:sp>
    </p:spTree>
    <p:extLst>
      <p:ext uri="{BB962C8B-B14F-4D97-AF65-F5344CB8AC3E}">
        <p14:creationId xmlns:p14="http://schemas.microsoft.com/office/powerpoint/2010/main" val="1633684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A04BB-1AAB-DCD4-1D4A-3459D739F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D6C2F-14B5-6AD9-7BBC-E6DAF7098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Growing network traffic increases the occurrence of errors.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Manual error detection is time-consuming.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lack adaptability to changing network conditions.</a:t>
            </a:r>
          </a:p>
          <a:p>
            <a:pPr marL="0" indent="0">
              <a:buNone/>
            </a:pPr>
            <a:r>
              <a:rPr lang="en-IN" b="1"/>
              <a:t>Objectives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Detect network errors using Machine Learning.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Improve detection accuracy.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Reduce network downtime.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Enhance network performance and reliability.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533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C48B4-734C-11EE-CB2C-1408A1BC4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13FFC-F03D-0B74-B228-7EC6F3847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Collect network traffic data. </a:t>
            </a:r>
          </a:p>
          <a:p>
            <a:pPr marL="514350" indent="-514350">
              <a:buFont typeface="+mj-lt"/>
              <a:buAutoNum type="arabicPeriod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Preprocess and clean the data.</a:t>
            </a:r>
          </a:p>
          <a:p>
            <a:pPr marL="514350" indent="-514350">
              <a:buFont typeface="+mj-lt"/>
              <a:buAutoNum type="arabicPeriod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Extract important features.</a:t>
            </a:r>
          </a:p>
          <a:p>
            <a:pPr marL="514350" indent="-514350">
              <a:buFont typeface="+mj-lt"/>
              <a:buAutoNum type="arabicPeriod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Train Machine Learning models. </a:t>
            </a:r>
          </a:p>
          <a:p>
            <a:pPr marL="514350" indent="-514350">
              <a:buFont typeface="+mj-lt"/>
              <a:buAutoNum type="arabicPeriod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Test and validate the model. </a:t>
            </a:r>
          </a:p>
          <a:p>
            <a:pPr marL="514350" indent="-514350">
              <a:buFont typeface="+mj-lt"/>
              <a:buAutoNum type="arabicPeriod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Detect and classify network errors.</a:t>
            </a:r>
          </a:p>
        </p:txBody>
      </p:sp>
    </p:spTree>
    <p:extLst>
      <p:ext uri="{BB962C8B-B14F-4D97-AF65-F5344CB8AC3E}">
        <p14:creationId xmlns:p14="http://schemas.microsoft.com/office/powerpoint/2010/main" val="1132557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D1489-A7D9-2EFE-EDA6-FBF6C2889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Techniques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8C6C4-ABBB-54AF-07F3-43051FDB9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Artificial Neural Networks (ANN)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These algorithms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network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and identify anomalies in real time.</a:t>
            </a:r>
          </a:p>
        </p:txBody>
      </p:sp>
    </p:spTree>
    <p:extLst>
      <p:ext uri="{BB962C8B-B14F-4D97-AF65-F5344CB8AC3E}">
        <p14:creationId xmlns:p14="http://schemas.microsoft.com/office/powerpoint/2010/main" val="3884339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EF749-1A59-9E12-B36B-3B3B781C9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&amp;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9D8FD-A9CD-640C-8182-547B14DB4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0" indent="0">
              <a:buNone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Cloud Computing Enterprise Networks Internet Service Providers (ISPs)</a:t>
            </a:r>
          </a:p>
          <a:p>
            <a:pPr marL="0" indent="0">
              <a:buNone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0" indent="0">
              <a:buNone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Real-time monitoring Reduced manual effort Scalable for large networks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296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DB41A-D062-9476-82DE-52A8DAC02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5B2CD-D9F3-AF50-5784-A3C1BDC51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provides intelligent and automated error detection.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network reliability and efficiency.</a:t>
            </a:r>
          </a:p>
          <a:p>
            <a:pPr marL="0" indent="0">
              <a:buNone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Deep Learning.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self-healing networks.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Enhanced predictive maintenance for network systems. </a:t>
            </a:r>
          </a:p>
          <a:p>
            <a:pPr marL="0" indent="0">
              <a:buNone/>
            </a:pP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400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249</Words>
  <Application>Microsoft Office PowerPoint</Application>
  <PresentationFormat>Widescreen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 Theme</vt:lpstr>
      <vt:lpstr>Machine learning based error detection in networking</vt:lpstr>
      <vt:lpstr>Introduction </vt:lpstr>
      <vt:lpstr>Problem Statement &amp; Objectives</vt:lpstr>
      <vt:lpstr>Methodology</vt:lpstr>
      <vt:lpstr>Machine Learning Techniques</vt:lpstr>
      <vt:lpstr>Applications &amp; Advantages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based error detection in networking</dc:title>
  <dc:creator>Lathish yadav</dc:creator>
  <cp:lastModifiedBy>VishnuvardhanReddy Koppu</cp:lastModifiedBy>
  <cp:revision>3</cp:revision>
  <dcterms:created xsi:type="dcterms:W3CDTF">2026-07-19T17:08:30Z</dcterms:created>
  <dcterms:modified xsi:type="dcterms:W3CDTF">2026-07-26T04:00:48Z</dcterms:modified>
</cp:coreProperties>
</file>